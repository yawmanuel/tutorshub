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6"/>
  </p:normalViewPr>
  <p:slideViewPr>
    <p:cSldViewPr snapToGrid="0" showGuides="1">
      <p:cViewPr varScale="1">
        <p:scale>
          <a:sx n="85" d="100"/>
          <a:sy n="85" d="100"/>
        </p:scale>
        <p:origin x="192" y="5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C0F0B-3484-E559-07B5-A41824594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DC1EB-0792-E3F4-B932-5C42E05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AC9FF-0497-2AE7-F333-1EB7B18B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254F-857D-0147-860D-967AD62740D0}" type="datetimeFigureOut">
              <a:rPr lang="en-DE" smtClean="0"/>
              <a:t>02.06.26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EAE26-FD51-56A7-0260-C9A1330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0E78B-1DCD-5069-95E6-FCE7C7990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2540-0137-0645-9797-46BF517757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8270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0FC8-59E1-AB63-A515-DD4AD3261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64E18-DD39-D52E-7FBF-E70F43C47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194EE-177C-BA8C-5087-77900F3A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254F-857D-0147-860D-967AD62740D0}" type="datetimeFigureOut">
              <a:rPr lang="en-DE" smtClean="0"/>
              <a:t>02.06.26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832E4-06F5-372F-B257-1978DA34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63898-C966-0FEB-9C5C-8B98C6E40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2540-0137-0645-9797-46BF517757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4518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E53E4-E788-7F1B-07E9-2A2DD7B1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3F78E-CA81-C00B-7A76-BF4CCFD22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B9A32-0957-968E-FC2D-7C202804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254F-857D-0147-860D-967AD62740D0}" type="datetimeFigureOut">
              <a:rPr lang="en-DE" smtClean="0"/>
              <a:t>02.06.26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1C7B1-9661-0E3D-4220-88F7D0C9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E8F63-8CCB-759E-2952-C7FA27CBB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2540-0137-0645-9797-46BF517757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36323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AF3A0-2557-2F38-3C0A-0A49CA706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EBC98-9BB5-BFA0-4C3B-4C9065AD6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2E146-3B5B-251C-8C7F-4E9302A3D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09FB6-659E-9B26-0F56-E1185FDA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254F-857D-0147-860D-967AD62740D0}" type="datetimeFigureOut">
              <a:rPr lang="en-DE" smtClean="0"/>
              <a:t>02.06.26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824C1-2002-1BAB-FD9F-EDEE8318F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4607D-3255-FEC4-FD40-3886D896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2540-0137-0645-9797-46BF517757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66116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CF393-8D06-760F-E940-C80A5E27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A1DE2-8953-3EC4-203F-63E156E69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94FC3-E2FB-15BC-A248-1FBA97186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EF0A2-78EF-3A2B-C05B-FA26FD06B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0332E8-4C4E-E4FA-16BE-7A247CDD6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3CC506-CF79-37BC-8AB7-EE33553E8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254F-857D-0147-860D-967AD62740D0}" type="datetimeFigureOut">
              <a:rPr lang="en-DE" smtClean="0"/>
              <a:t>02.06.26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F8B88-7F16-63BD-2A56-89F6FA171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DC4FF-1B96-32F3-1E33-DC40D3BA3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2540-0137-0645-9797-46BF517757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3291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61AE-D212-DF07-FA06-93F30CA9A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4A54F1-5DDD-CAF5-F648-68B4947CE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254F-857D-0147-860D-967AD62740D0}" type="datetimeFigureOut">
              <a:rPr lang="en-DE" smtClean="0"/>
              <a:t>02.06.26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29CD6-7790-E58E-5839-6F3E5F132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0F77A-5347-753C-606D-C5BC458B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2540-0137-0645-9797-46BF517757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850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319FC-22C8-0036-E5AC-C97431B36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254F-857D-0147-860D-967AD62740D0}" type="datetimeFigureOut">
              <a:rPr lang="en-DE" smtClean="0"/>
              <a:t>02.06.26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CCEF10-0F0A-024D-7B08-569EBD6D0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00C35-4B11-33D4-18E1-FBB049B17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2540-0137-0645-9797-46BF517757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60493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868E-E9AC-FB66-2430-934C15805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92A5D-2ABB-B5D7-1AAA-700C4D536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67274-3EB9-8479-EDCE-AAF9C58DC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43767-71BC-4134-949F-2387B69FB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254F-857D-0147-860D-967AD62740D0}" type="datetimeFigureOut">
              <a:rPr lang="en-DE" smtClean="0"/>
              <a:t>02.06.26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CD20E-3529-8EBD-B449-B966F2CC8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799F7-51BD-1AA0-D6DE-8913405A4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2540-0137-0645-9797-46BF517757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2882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A3F1-B9D1-6D13-BFFC-82BDFD7D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B0E5A-082B-4D66-7B83-E22757F07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4CAE6-B9C5-C9B9-0448-97237E2D8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BC3AE-28A7-FC48-439B-1C1950E27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254F-857D-0147-860D-967AD62740D0}" type="datetimeFigureOut">
              <a:rPr lang="en-DE" smtClean="0"/>
              <a:t>02.06.26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6CECF-6C89-F040-B7BA-E10F19DE2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BAF0F-452D-83D1-78A1-77E18667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2540-0137-0645-9797-46BF517757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23093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24279-7EC1-719F-675F-90B87C2E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F915BB-F12B-533F-F11F-640199DAA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05C0C-F412-9654-AD97-C013111E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254F-857D-0147-860D-967AD62740D0}" type="datetimeFigureOut">
              <a:rPr lang="en-DE" smtClean="0"/>
              <a:t>02.06.26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F8E90-5C88-35EB-B392-7D4256CA2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A3785-FD8B-3126-D759-07F281F5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2540-0137-0645-9797-46BF517757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6051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06A02-197B-7916-DF5A-55DD1BFCE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AE91E-60EF-CAB3-7350-260E2C2E6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932F0-D9BA-6092-D98A-C4FECF86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254F-857D-0147-860D-967AD62740D0}" type="datetimeFigureOut">
              <a:rPr lang="en-DE" smtClean="0"/>
              <a:t>02.06.26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94D99-1F04-1ABE-2548-C21B9F1AF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25339-157B-7594-4F14-D75CB85CC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2540-0137-0645-9797-46BF517757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6876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79A242-2915-AA3A-CB44-AA4923E00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EB85D-69FE-49B1-E2EE-488EDED6B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25DF0-0066-CF2E-85BA-6F151A06BF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6254F-857D-0147-860D-967AD62740D0}" type="datetimeFigureOut">
              <a:rPr lang="en-DE" smtClean="0"/>
              <a:t>02.06.26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B25B7-C4C7-9B21-9413-E1C092564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3D34F-E0AA-F0CD-5230-4C6FE8CD8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52540-0137-0645-9797-46BF5177575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2241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B13F64-AA5C-4128-B3F4-423BB9313D0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" t="19530" r="10773" b="34648"/>
          <a:stretch/>
        </p:blipFill>
        <p:spPr>
          <a:xfrm>
            <a:off x="229501" y="1206519"/>
            <a:ext cx="11732998" cy="44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61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JhsLd32Rh8QqU5hA</dc:creator>
  <cp:lastModifiedBy>JhsLd32Rh8QqU5hA</cp:lastModifiedBy>
  <cp:revision>1</cp:revision>
  <dcterms:created xsi:type="dcterms:W3CDTF">2026-06-02T08:14:21Z</dcterms:created>
  <dcterms:modified xsi:type="dcterms:W3CDTF">2026-06-02T08:15:17Z</dcterms:modified>
</cp:coreProperties>
</file>